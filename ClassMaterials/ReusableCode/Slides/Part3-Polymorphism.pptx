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51" r:id="rId1"/>
  </p:sldMasterIdLst>
  <p:notesMasterIdLst>
    <p:notesMasterId r:id="rId6"/>
  </p:notesMasterIdLst>
  <p:handoutMasterIdLst>
    <p:handoutMasterId r:id="rId7"/>
  </p:handoutMasterIdLst>
  <p:sldIdLst>
    <p:sldId id="256" r:id="rId2"/>
    <p:sldId id="274" r:id="rId3"/>
    <p:sldId id="315" r:id="rId4"/>
    <p:sldId id="316" r:id="rId5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/>
  <p:clrMru>
    <a:srgbClr val="EE7D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80" autoAdjust="0"/>
    <p:restoredTop sz="79782" autoAdjust="0"/>
  </p:normalViewPr>
  <p:slideViewPr>
    <p:cSldViewPr snapToObjects="1">
      <p:cViewPr varScale="1">
        <p:scale>
          <a:sx n="88" d="100"/>
          <a:sy n="88" d="100"/>
        </p:scale>
        <p:origin x="227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2" y="610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96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der, Jason" userId="28f4d4d8-da04-4f86-b14d-a21675737bc5" providerId="ADAL" clId="{56F0E282-F520-4063-AA13-505E6370645A}"/>
    <pc:docChg chg="delSld modSld">
      <pc:chgData name="Yoder, Jason" userId="28f4d4d8-da04-4f86-b14d-a21675737bc5" providerId="ADAL" clId="{56F0E282-F520-4063-AA13-505E6370645A}" dt="2023-11-21T17:21:30.725" v="38" actId="6549"/>
      <pc:docMkLst>
        <pc:docMk/>
      </pc:docMkLst>
      <pc:sldChg chg="modSp mod">
        <pc:chgData name="Yoder, Jason" userId="28f4d4d8-da04-4f86-b14d-a21675737bc5" providerId="ADAL" clId="{56F0E282-F520-4063-AA13-505E6370645A}" dt="2023-11-21T17:21:30.725" v="38" actId="6549"/>
        <pc:sldMkLst>
          <pc:docMk/>
          <pc:sldMk cId="882571428" sldId="256"/>
        </pc:sldMkLst>
        <pc:spChg chg="mod">
          <ac:chgData name="Yoder, Jason" userId="28f4d4d8-da04-4f86-b14d-a21675737bc5" providerId="ADAL" clId="{56F0E282-F520-4063-AA13-505E6370645A}" dt="2023-11-21T17:21:30.725" v="38" actId="6549"/>
          <ac:spMkLst>
            <pc:docMk/>
            <pc:sldMk cId="882571428" sldId="256"/>
            <ac:spMk id="6" creationId="{8E144597-0C3F-8647-9855-D313BCD0C06D}"/>
          </ac:spMkLst>
        </pc:spChg>
      </pc:sldChg>
      <pc:sldChg chg="del">
        <pc:chgData name="Yoder, Jason" userId="28f4d4d8-da04-4f86-b14d-a21675737bc5" providerId="ADAL" clId="{56F0E282-F520-4063-AA13-505E6370645A}" dt="2023-11-20T22:39:09.165" v="0" actId="2696"/>
        <pc:sldMkLst>
          <pc:docMk/>
          <pc:sldMk cId="2497485262" sldId="30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>
            <a:lvl1pPr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972256" y="0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>
            <a:lvl1pPr algn="r"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085A868C-5F9A-4350-9ECA-8A39CF4A3D12}" type="datetimeFigureOut">
              <a:rPr lang="en-US"/>
              <a:pPr>
                <a:defRPr/>
              </a:pPr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82912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b" anchorCtr="0" compatLnSpc="1">
            <a:prstTxWarp prst="textNoShape">
              <a:avLst/>
            </a:prstTxWarp>
          </a:bodyPr>
          <a:lstStyle>
            <a:lvl1pPr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972256" y="8829121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b" anchorCtr="0" compatLnSpc="1">
            <a:prstTxWarp prst="textNoShape">
              <a:avLst/>
            </a:prstTxWarp>
          </a:bodyPr>
          <a:lstStyle>
            <a:lvl1pPr algn="r"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D9C3BF8C-1241-40D3-840C-9DB1996F1F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7776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>
            <a:lvl1pPr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970734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>
            <a:lvl1pPr algn="r"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E1FE7019-A90C-4050-B719-4A68C7DA50DA}" type="datetimeFigureOut">
              <a:rPr lang="en-US"/>
              <a:pPr>
                <a:defRPr/>
              </a:pPr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808" tIns="44904" rIns="89808" bIns="44904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01345" y="4416098"/>
            <a:ext cx="5607711" cy="418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82912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b" anchorCtr="0" compatLnSpc="1">
            <a:prstTxWarp prst="textNoShape">
              <a:avLst/>
            </a:prstTxWarp>
          </a:bodyPr>
          <a:lstStyle>
            <a:lvl1pPr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970734" y="882912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b" anchorCtr="0" compatLnSpc="1">
            <a:prstTxWarp prst="textNoShape">
              <a:avLst/>
            </a:prstTxWarp>
          </a:bodyPr>
          <a:lstStyle>
            <a:lvl1pPr algn="r"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3F6B6C2D-0897-4206-AD94-4D1FCFA821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2261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dirty="0"/>
              <a:t>Aim to end first hour or start 2</a:t>
            </a:r>
            <a:r>
              <a:rPr lang="en-US" baseline="30000" dirty="0"/>
              <a:t>nd</a:t>
            </a:r>
            <a:r>
              <a:rPr lang="en-US" dirty="0"/>
              <a:t> hour with these slides. If the former, consider using the number sequence example. </a:t>
            </a: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16130" indent="-275434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01738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42433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83128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23823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64518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05213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745908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457C2531-A210-478B-AE7B-0212C677C8EA}" type="slidenum">
              <a:rPr lang="en-US" smtClean="0">
                <a:latin typeface="Calibri" pitchFamily="34" charset="0"/>
              </a:rPr>
              <a:pPr eaLnBrk="1" hangingPunct="1"/>
              <a:t>1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18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find it helpful you can ask:</a:t>
            </a:r>
          </a:p>
          <a:p>
            <a:endParaRPr lang="en-US" dirty="0"/>
          </a:p>
          <a:p>
            <a:r>
              <a:rPr lang="en-US" dirty="0"/>
              <a:t>If I run</a:t>
            </a:r>
            <a:r>
              <a:rPr lang="en-US" baseline="0" dirty="0"/>
              <a:t> “Pet p = new Dog();”</a:t>
            </a:r>
          </a:p>
          <a:p>
            <a:r>
              <a:rPr lang="en-US" baseline="0" dirty="0"/>
              <a:t>What is the type?  (confusion… Both?) </a:t>
            </a:r>
          </a:p>
          <a:p>
            <a:endParaRPr lang="en-US" dirty="0"/>
          </a:p>
          <a:p>
            <a:r>
              <a:rPr lang="en-US" dirty="0"/>
              <a:t>There is a declared (Pet) and actual (Dog) type.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F6B6C2D-0897-4206-AD94-4D1FCFA8210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580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E1CDAB-06C9-40FD-942C-F3B53D39BF85}" type="datetime2">
              <a:rPr lang="en-US" smtClean="0"/>
              <a:pPr>
                <a:defRPr/>
              </a:pPr>
              <a:t>Saturday, October 3,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72FF0E-F7CC-423F-8650-0BF22C4BBB5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69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0D3E589-0D28-44C0-B64C-3A4AC08A04E1}" type="datetime2">
              <a:rPr lang="en-US" smtClean="0"/>
              <a:pPr>
                <a:defRPr/>
              </a:pPr>
              <a:t>Saturday, October 3,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64DD41-CB1A-4D81-89B8-69AA3F5B232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227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977DD9B-8088-4898-8095-D1C7B8FC4098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1100CF-6167-4269-ADF1-5F008C1E6A8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378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6B28098-CE10-4B64-A588-F5A095E20C2D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9AA02C-252F-4AAD-B601-753D798BCD7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95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5F90AB-0501-4A31-AD4B-812B09D8C90F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075F12-196C-4B2B-BFEA-A10E463558F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36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125D488-160D-4C5A-81C6-5291B6307D3A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99FF9E-F6EF-45CC-9DB6-FA60CEEE9DB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442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6EC46C2-FFF1-4A78-BBF5-7A21C8E4AF1C}" type="datetime2">
              <a:rPr lang="en-US" smtClean="0"/>
              <a:pPr>
                <a:defRPr/>
              </a:pPr>
              <a:t>Saturday, October 3, 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22176-7577-4261-BE2D-E01E397F8BD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88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2CD4BA-40BD-4350-9A50-2C1CA443D35A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A1F173-A11D-460A-9C31-47F87455828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489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8AF244-3622-4EBC-8264-425B1DE9CF1B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F16A68-FBA6-48BB-919E-87260CD8C19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479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7FEF9A-ADC5-4920-917D-E7BB6FF08CF8}" type="datetime2">
              <a:rPr lang="en-US" smtClean="0"/>
              <a:pPr>
                <a:defRPr/>
              </a:pPr>
              <a:t>Saturday, October 3,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8AF770-2A39-4776-8FC7-0C11FB6FDD6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973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D598137-AD29-4AF9-9DB3-CB53ECB1D517}" type="datetime2">
              <a:rPr lang="en-US" smtClean="0"/>
              <a:pPr>
                <a:defRPr/>
              </a:pPr>
              <a:t>Saturday, October 3,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50F0C6-27C3-4B05-9DC9-0251E117CF3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528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02F7C74-FEF3-4B67-B647-B5A95651068A}" type="datetime2">
              <a:rPr lang="en-US" smtClean="0"/>
              <a:pPr>
                <a:defRPr/>
              </a:pPr>
              <a:t>Saturday, October 3,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D2C1B5E-D6BE-42AF-8DDF-5C2B46E615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69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2" r:id="rId1"/>
    <p:sldLayoutId id="2147484253" r:id="rId2"/>
    <p:sldLayoutId id="2147484254" r:id="rId3"/>
    <p:sldLayoutId id="2147484255" r:id="rId4"/>
    <p:sldLayoutId id="2147484256" r:id="rId5"/>
    <p:sldLayoutId id="2147484257" r:id="rId6"/>
    <p:sldLayoutId id="2147484258" r:id="rId7"/>
    <p:sldLayoutId id="2147484259" r:id="rId8"/>
    <p:sldLayoutId id="2147484260" r:id="rId9"/>
    <p:sldLayoutId id="2147484261" r:id="rId10"/>
    <p:sldLayoutId id="214748426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rose-hulman.hosted.panopto.com/Panopto/Pages/Viewer.aspx?id=f7d26775-93d3-4418-8a4d-ab990124e07c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CSSE 220</a:t>
            </a:r>
          </a:p>
        </p:txBody>
      </p:sp>
      <p:sp>
        <p:nvSpPr>
          <p:cNvPr id="9219" name="Rectang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 eaLnBrk="1" hangingPunct="1">
              <a:lnSpc>
                <a:spcPct val="90000"/>
              </a:lnSpc>
            </a:pPr>
            <a:r>
              <a:rPr lang="en-US" sz="2500" dirty="0"/>
              <a:t>Polymorphism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144597-0C3F-8647-9855-D313BCD0C06D}"/>
              </a:ext>
            </a:extLst>
          </p:cNvPr>
          <p:cNvSpPr/>
          <p:nvPr/>
        </p:nvSpPr>
        <p:spPr>
          <a:xfrm>
            <a:off x="381000" y="4569598"/>
            <a:ext cx="8534400" cy="205980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FFFFFF"/>
                </a:solidFill>
              </a:rPr>
              <a:t>The </a:t>
            </a:r>
            <a:r>
              <a:rPr lang="en-US" sz="2400" i="1" dirty="0">
                <a:solidFill>
                  <a:srgbClr val="FFFFFF"/>
                </a:solidFill>
              </a:rPr>
              <a:t>git</a:t>
            </a:r>
            <a:r>
              <a:rPr lang="en-US" sz="2400" dirty="0">
                <a:solidFill>
                  <a:srgbClr val="FFFFFF"/>
                </a:solidFill>
              </a:rPr>
              <a:t> projects for today are: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/>
              <a:t>PracticeReusableCode</a:t>
            </a:r>
            <a:endParaRPr lang="en-US" sz="2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/>
              <a:t>PracticeSolutionReusableCode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882571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Polymorphism! (A quick intro)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9373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Etymology:</a:t>
            </a:r>
          </a:p>
          <a:p>
            <a:pPr lvl="1">
              <a:defRPr/>
            </a:pPr>
            <a:r>
              <a:rPr lang="en-US" dirty="0"/>
              <a:t>Poly </a:t>
            </a:r>
            <a:r>
              <a:rPr lang="en-US" dirty="0">
                <a:sym typeface="Wingdings" pitchFamily="2" charset="2"/>
              </a:rPr>
              <a:t> many</a:t>
            </a:r>
          </a:p>
          <a:p>
            <a:pPr lvl="1">
              <a:defRPr/>
            </a:pPr>
            <a:r>
              <a:rPr lang="en-US" dirty="0" err="1">
                <a:sym typeface="Wingdings" pitchFamily="2" charset="2"/>
              </a:rPr>
              <a:t>Morphism</a:t>
            </a:r>
            <a:r>
              <a:rPr lang="en-US" dirty="0">
                <a:sym typeface="Wingdings" pitchFamily="2" charset="2"/>
              </a:rPr>
              <a:t>  shape</a:t>
            </a:r>
          </a:p>
          <a:p>
            <a:pPr>
              <a:defRPr/>
            </a:pPr>
            <a:endParaRPr lang="en-US" dirty="0">
              <a:sym typeface="Wingdings" pitchFamily="2" charset="2"/>
            </a:endParaRPr>
          </a:p>
          <a:p>
            <a:pPr>
              <a:defRPr/>
            </a:pPr>
            <a:r>
              <a:rPr lang="en-US" dirty="0">
                <a:sym typeface="Wingdings" pitchFamily="2" charset="2"/>
              </a:rPr>
              <a:t>Polymorphism means: An </a:t>
            </a:r>
            <a:r>
              <a:rPr lang="en-US" b="1" dirty="0">
                <a:sym typeface="Wingdings" pitchFamily="2" charset="2"/>
              </a:rPr>
              <a:t>interface</a:t>
            </a:r>
            <a:r>
              <a:rPr lang="en-US" dirty="0">
                <a:sym typeface="Wingdings" pitchFamily="2" charset="2"/>
              </a:rPr>
              <a:t> type variable can take </a:t>
            </a:r>
            <a:r>
              <a:rPr lang="en-US" b="1" dirty="0">
                <a:sym typeface="Wingdings" pitchFamily="2" charset="2"/>
              </a:rPr>
              <a:t>many shapes</a:t>
            </a:r>
            <a:r>
              <a:rPr lang="en-US" dirty="0">
                <a:sym typeface="Wingdings" pitchFamily="2" charset="2"/>
              </a:rPr>
              <a:t>.</a:t>
            </a:r>
          </a:p>
          <a:p>
            <a:pPr lvl="1">
              <a:defRPr/>
            </a:pPr>
            <a:r>
              <a:rPr lang="en-US" dirty="0">
                <a:sym typeface="Wingdings" pitchFamily="2" charset="2"/>
              </a:rPr>
              <a:t>A variable declared as a </a:t>
            </a:r>
            <a:r>
              <a:rPr lang="en-US" b="1" i="1" dirty="0">
                <a:sym typeface="Wingdings" pitchFamily="2" charset="2"/>
              </a:rPr>
              <a:t>Pet</a:t>
            </a:r>
            <a:r>
              <a:rPr lang="en-US" dirty="0">
                <a:sym typeface="Wingdings" pitchFamily="2" charset="2"/>
              </a:rPr>
              <a:t> could actually contain a reference to a </a:t>
            </a:r>
            <a:r>
              <a:rPr lang="en-US" i="1" dirty="0">
                <a:sym typeface="Wingdings" pitchFamily="2" charset="2"/>
              </a:rPr>
              <a:t>Cat</a:t>
            </a:r>
            <a:r>
              <a:rPr lang="en-US" dirty="0">
                <a:sym typeface="Wingdings" pitchFamily="2" charset="2"/>
              </a:rPr>
              <a:t> object instance, or a </a:t>
            </a:r>
            <a:r>
              <a:rPr lang="en-US" i="1" dirty="0">
                <a:sym typeface="Wingdings" pitchFamily="2" charset="2"/>
              </a:rPr>
              <a:t>Dog</a:t>
            </a:r>
            <a:r>
              <a:rPr lang="en-US" dirty="0">
                <a:sym typeface="Wingdings" pitchFamily="2" charset="2"/>
              </a:rPr>
              <a:t> object instance, or a </a:t>
            </a:r>
            <a:r>
              <a:rPr lang="en-US" i="1" dirty="0">
                <a:sym typeface="Wingdings" pitchFamily="2" charset="2"/>
              </a:rPr>
              <a:t>Fish</a:t>
            </a:r>
            <a:r>
              <a:rPr lang="en-US" dirty="0">
                <a:sym typeface="Wingdings" pitchFamily="2" charset="2"/>
              </a:rPr>
              <a:t> object instance</a:t>
            </a:r>
            <a:endParaRPr lang="en-US" b="1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03015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Polymorphic method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991600" cy="4525963"/>
          </a:xfrm>
        </p:spPr>
        <p:txBody>
          <a:bodyPr>
            <a:normAutofit fontScale="70000" lnSpcReduction="20000"/>
          </a:bodyPr>
          <a:lstStyle/>
          <a:p>
            <a:pPr>
              <a:tabLst>
                <a:tab pos="225425" algn="l"/>
              </a:tabLst>
            </a:pP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Pet p1  = </a:t>
            </a:r>
            <a:r>
              <a:rPr lang="en-US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 Dog();</a:t>
            </a:r>
            <a:r>
              <a:rPr lang="en-US" sz="2900" dirty="0"/>
              <a:t> </a:t>
            </a:r>
            <a:r>
              <a:rPr lang="en-US" sz="2600" dirty="0"/>
              <a:t>// p1 holds a reference to a Dog object</a:t>
            </a:r>
            <a:br>
              <a:rPr lang="en-US" sz="2900" dirty="0"/>
            </a:br>
            <a:r>
              <a:rPr lang="en-US" sz="2900" dirty="0"/>
              <a:t>// or          </a:t>
            </a: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 Cat();</a:t>
            </a:r>
            <a:r>
              <a:rPr lang="en-US" sz="2900" dirty="0"/>
              <a:t> </a:t>
            </a:r>
            <a:r>
              <a:rPr lang="en-US" sz="2600" dirty="0"/>
              <a:t>// p1 holds a reference to a Cat object</a:t>
            </a:r>
            <a:br>
              <a:rPr lang="en-US" sz="2900" dirty="0"/>
            </a:br>
            <a:r>
              <a:rPr lang="en-US" sz="2900" dirty="0"/>
              <a:t>// or          </a:t>
            </a: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 Fish();</a:t>
            </a:r>
            <a:r>
              <a:rPr lang="en-US" sz="2900" dirty="0"/>
              <a:t> // p1 holds a reference to a Cat object</a:t>
            </a:r>
            <a:br>
              <a:rPr lang="en-US" dirty="0"/>
            </a:br>
            <a:endParaRPr lang="en-US" dirty="0"/>
          </a:p>
          <a:p>
            <a:pPr>
              <a:tabLst>
                <a:tab pos="225425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p1.eatFood();</a:t>
            </a:r>
            <a:r>
              <a:rPr lang="en-US" dirty="0"/>
              <a:t> </a:t>
            </a:r>
            <a:r>
              <a:rPr lang="en-US" b="1" dirty="0"/>
              <a:t>could </a:t>
            </a:r>
            <a:r>
              <a:rPr lang="en-US" dirty="0"/>
              <a:t>call:</a:t>
            </a:r>
          </a:p>
          <a:p>
            <a:pPr lvl="1"/>
            <a:r>
              <a:rPr lang="en-US" dirty="0"/>
              <a:t>Dog’s </a:t>
            </a:r>
            <a:r>
              <a:rPr lang="en-US" dirty="0" err="1"/>
              <a:t>eatFood</a:t>
            </a:r>
            <a:r>
              <a:rPr lang="en-US" dirty="0"/>
              <a:t>() if variable </a:t>
            </a:r>
            <a:r>
              <a:rPr lang="en-US" i="1" dirty="0"/>
              <a:t>pet</a:t>
            </a:r>
            <a:r>
              <a:rPr lang="en-US" dirty="0"/>
              <a:t> stores a reference to a </a:t>
            </a:r>
            <a:r>
              <a:rPr lang="en-US" i="1" dirty="0"/>
              <a:t>Dog</a:t>
            </a:r>
            <a:r>
              <a:rPr lang="en-US" dirty="0"/>
              <a:t> object instance</a:t>
            </a:r>
          </a:p>
          <a:p>
            <a:pPr lvl="1"/>
            <a:r>
              <a:rPr lang="en-US" dirty="0"/>
              <a:t>Cat’s </a:t>
            </a:r>
            <a:r>
              <a:rPr lang="en-US" dirty="0" err="1"/>
              <a:t>eatFood</a:t>
            </a:r>
            <a:r>
              <a:rPr lang="en-US" dirty="0"/>
              <a:t>() if variable </a:t>
            </a:r>
            <a:r>
              <a:rPr lang="en-US" i="1" dirty="0"/>
              <a:t>pet</a:t>
            </a:r>
            <a:r>
              <a:rPr lang="en-US" dirty="0"/>
              <a:t> stores a reference to a </a:t>
            </a:r>
            <a:r>
              <a:rPr lang="en-US" i="1" dirty="0"/>
              <a:t>Cat</a:t>
            </a:r>
            <a:r>
              <a:rPr lang="en-US" dirty="0"/>
              <a:t> object instance</a:t>
            </a:r>
          </a:p>
          <a:p>
            <a:pPr lvl="1"/>
            <a:r>
              <a:rPr lang="en-US" dirty="0"/>
              <a:t>Fish’s </a:t>
            </a:r>
            <a:r>
              <a:rPr lang="en-US" dirty="0" err="1"/>
              <a:t>eatFood</a:t>
            </a:r>
            <a:r>
              <a:rPr lang="en-US" dirty="0"/>
              <a:t>() if variable </a:t>
            </a:r>
            <a:r>
              <a:rPr lang="en-US" i="1" dirty="0"/>
              <a:t>pet</a:t>
            </a:r>
            <a:r>
              <a:rPr lang="en-US" dirty="0"/>
              <a:t> stores a reference to a </a:t>
            </a:r>
            <a:r>
              <a:rPr lang="en-US" i="1" dirty="0"/>
              <a:t>Fish</a:t>
            </a:r>
            <a:r>
              <a:rPr lang="en-US" dirty="0"/>
              <a:t> object instance</a:t>
            </a:r>
          </a:p>
          <a:p>
            <a:endParaRPr lang="en-US" dirty="0"/>
          </a:p>
          <a:p>
            <a:r>
              <a:rPr lang="en-US" dirty="0"/>
              <a:t>Your code is well designed if:</a:t>
            </a:r>
          </a:p>
          <a:p>
            <a:pPr lvl="1"/>
            <a:r>
              <a:rPr lang="en-US" dirty="0"/>
              <a:t>You </a:t>
            </a:r>
            <a:r>
              <a:rPr lang="en-US" b="1" dirty="0"/>
              <a:t>don’t</a:t>
            </a:r>
            <a:r>
              <a:rPr lang="en-US" dirty="0"/>
              <a:t> </a:t>
            </a:r>
            <a:r>
              <a:rPr lang="en-US" b="1" dirty="0"/>
              <a:t>need</a:t>
            </a:r>
            <a:r>
              <a:rPr lang="en-US" dirty="0"/>
              <a:t> </a:t>
            </a:r>
            <a:r>
              <a:rPr lang="en-US" b="1" dirty="0"/>
              <a:t>to know</a:t>
            </a:r>
            <a:r>
              <a:rPr lang="en-US" dirty="0"/>
              <a:t> which implementation of </a:t>
            </a:r>
            <a:r>
              <a:rPr lang="en-US" i="1" dirty="0" err="1"/>
              <a:t>eatFood</a:t>
            </a:r>
            <a:r>
              <a:rPr lang="en-US" i="1" dirty="0"/>
              <a:t> </a:t>
            </a:r>
            <a:r>
              <a:rPr lang="en-US" dirty="0"/>
              <a:t>is used.</a:t>
            </a:r>
          </a:p>
          <a:p>
            <a:pPr lvl="1"/>
            <a:r>
              <a:rPr lang="en-US" dirty="0"/>
              <a:t>The end result is the same. (“pet is fed”)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224" y="6324600"/>
            <a:ext cx="457176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Q5</a:t>
            </a:r>
          </a:p>
        </p:txBody>
      </p:sp>
    </p:spTree>
    <p:extLst>
      <p:ext uri="{BB962C8B-B14F-4D97-AF65-F5344CB8AC3E}">
        <p14:creationId xmlns:p14="http://schemas.microsoft.com/office/powerpoint/2010/main" val="2178834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0EA12-58BE-4D7C-0475-E989CA24B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 time allows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ABA86-A3EB-5834-D131-7DDB90CA0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Number Sequence Example</a:t>
            </a:r>
            <a:br>
              <a:rPr lang="en-US" dirty="0"/>
            </a:br>
            <a:r>
              <a:rPr lang="en-US" dirty="0"/>
              <a:t>(see </a:t>
            </a:r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numberSequence</a:t>
            </a:r>
            <a:r>
              <a:rPr lang="en-US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003E03-D6F7-74EE-8780-1A8B52E66731}"/>
              </a:ext>
            </a:extLst>
          </p:cNvPr>
          <p:cNvSpPr txBox="1"/>
          <p:nvPr/>
        </p:nvSpPr>
        <p:spPr>
          <a:xfrm>
            <a:off x="228600" y="5847060"/>
            <a:ext cx="8686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https://rose-hulman.hosted.panopto.com/Panopto/Pages/Viewer.aspx?id=f7d26775-93d3-4418-8a4d-ab990124e07c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181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randview">
      <a:majorFont>
        <a:latin typeface="Grandview Display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12256</TotalTime>
  <Words>302</Words>
  <Application>Microsoft Office PowerPoint</Application>
  <PresentationFormat>On-screen Show (4:3)</PresentationFormat>
  <Paragraphs>35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Courier New</vt:lpstr>
      <vt:lpstr>Grandview</vt:lpstr>
      <vt:lpstr>Grandview Display</vt:lpstr>
      <vt:lpstr>Wingdings</vt:lpstr>
      <vt:lpstr>Office Theme</vt:lpstr>
      <vt:lpstr>CSSE 220</vt:lpstr>
      <vt:lpstr>Polymorphism! (A quick intro)</vt:lpstr>
      <vt:lpstr>Polymorphic method calls</vt:lpstr>
      <vt:lpstr>As time allows</vt:lpstr>
    </vt:vector>
  </TitlesOfParts>
  <Manager/>
  <Company>RHIT CSSE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CSSE Faculty</dc:creator>
  <cp:keywords/>
  <dc:description/>
  <cp:lastModifiedBy>Ludden, Ian</cp:lastModifiedBy>
  <cp:revision>656</cp:revision>
  <cp:lastPrinted>2015-10-02T13:25:50Z</cp:lastPrinted>
  <dcterms:created xsi:type="dcterms:W3CDTF">2011-01-18T15:01:32Z</dcterms:created>
  <dcterms:modified xsi:type="dcterms:W3CDTF">2026-10-03T19:38:59Z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TC101671231033</vt:lpwstr>
  </property>
</Properties>
</file>